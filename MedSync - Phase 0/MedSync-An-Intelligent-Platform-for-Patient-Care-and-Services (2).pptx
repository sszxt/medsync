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555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8" y="30116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MedSync - An Intelligent Platform for Patient Care and Services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653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833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16292" y="489139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Presentation by : 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16292" y="5546408"/>
            <a:ext cx="52591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Mohamed Sameer S - 311821104032 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6221180"/>
            <a:ext cx="53041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Muhammed Aakif S   - 311821104038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853" y="53874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8589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EFE653-A836-F019-F3C2-E7E30FCA78F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" y="307154"/>
            <a:ext cx="14630400" cy="24339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9973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Seamless Medical Records Storage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Centralized Hub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MedSync acts as a centralized hub for all your medical records. No more carrying bulky files or worrying about losing vital information.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31502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Secure and Accessible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data is stored securely with advanced encryption, accessible only to authorized individuals. You can access your records anytime, anywhere, with peace of mind.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73191"/>
            <a:ext cx="95235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Connecting Doctors and Patients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977283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439" y="3977283"/>
            <a:ext cx="39229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Improved Communication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439" y="4467701"/>
            <a:ext cx="57844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MedSync facilitates seamless communication between patients and their healthcare providers.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667" y="3977283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52316" y="3977283"/>
            <a:ext cx="3535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Enhanced Collaboration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52316" y="4467701"/>
            <a:ext cx="578441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Doctors can easily access and share patient information, enabling better informed decisions and collaborative care.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3872"/>
            <a:ext cx="82484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Providing Drug Information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5281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46602"/>
            <a:ext cx="36932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Comprehensive Database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37021"/>
            <a:ext cx="63512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MedSync offers a comprehensive database of drug information, including dosages, side effects, interactions, and more.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345281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5221" y="4246602"/>
            <a:ext cx="28652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Medication Insights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85221" y="4737021"/>
            <a:ext cx="63513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provides insights based on your specific medications and health history.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5817"/>
            <a:ext cx="78561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Introducing the AI Chatbot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24758"/>
            <a:ext cx="1134070" cy="18145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3051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24/7 Assistance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3541990"/>
            <a:ext cx="115685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AI chatbot offers around-the-clock support for basic health queries, scheduling appointments, and answering common questions.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39270"/>
            <a:ext cx="1134070" cy="18145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4866084"/>
            <a:ext cx="31165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Personalized Support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5356503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chatbot learns from each interaction, providing increasingly personalized and relevant responses.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9914"/>
            <a:ext cx="104414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Streamlining Appointment Booking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18711" y="3218855"/>
            <a:ext cx="30480" cy="2840712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4" name="Shape 2"/>
          <p:cNvSpPr/>
          <p:nvPr/>
        </p:nvSpPr>
        <p:spPr>
          <a:xfrm>
            <a:off x="1358622" y="371391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5" name="Shape 3"/>
          <p:cNvSpPr/>
          <p:nvPr/>
        </p:nvSpPr>
        <p:spPr>
          <a:xfrm>
            <a:off x="878800" y="347400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7989" y="3559016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381488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Easy Scheduling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81488" y="3936087"/>
            <a:ext cx="11455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 appointments directly through MedSync, selecting from available time slots with ease.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358622" y="524768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10" name="Shape 8"/>
          <p:cNvSpPr/>
          <p:nvPr/>
        </p:nvSpPr>
        <p:spPr>
          <a:xfrm>
            <a:off x="878800" y="50077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9176" y="5092779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381488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81488" y="5469850"/>
            <a:ext cx="11455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reminders and updates on your appointment schedule, eliminating the risk of missed appointments.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4822"/>
            <a:ext cx="7805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Secure and Accessible Data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33763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15861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MedSync utilizes robust security measures to protect your medical information from unauthorized access.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33763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Privacy Protection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415861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privacy is paramount. MedSync adheres to strict privacy regulations, ensuring your data remains confidential.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33763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Transparency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415861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have complete control over your data. You can easily access, modify, or delete your information at any time.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2610"/>
            <a:ext cx="8471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Improving Patient Outcomes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2995017"/>
            <a:ext cx="1614011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1213" y="3259336"/>
            <a:ext cx="12644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88255" y="3221831"/>
            <a:ext cx="2213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Enhanced Care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918115" y="3816072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424" y="3859649"/>
            <a:ext cx="3228022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67043" y="4036814"/>
            <a:ext cx="17466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895261" y="4086463"/>
            <a:ext cx="33611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Better Communication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418" y="4724281"/>
            <a:ext cx="484203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67043" y="4901446"/>
            <a:ext cx="17466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702266" y="4951095"/>
            <a:ext cx="2881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Informed Decisions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532126" y="5545336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94" y="5588913"/>
            <a:ext cx="6456164" cy="8079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71330" y="5766078"/>
            <a:ext cx="16585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7509272" y="5815727"/>
            <a:ext cx="44525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Improved Patient Engagement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5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Technologies used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3873"/>
            <a:ext cx="63512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51748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Appwrite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36087"/>
            <a:ext cx="6351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data storage and accessibility.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85221" y="2413873"/>
            <a:ext cx="63513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43298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Dialogflow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85221" y="3936087"/>
            <a:ext cx="63513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recommendations and chatbot functionality.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092779"/>
            <a:ext cx="63512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51748" y="61245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OpenFDA 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614993"/>
            <a:ext cx="6351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Providing detailed information  about drugs.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85221" y="5092779"/>
            <a:ext cx="63513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43298" y="61245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ReactJS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85221" y="6614993"/>
            <a:ext cx="63513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building a responsive and dynamic front-end interface.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9491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MedSync is more than just a platform. It's a comprehensive solution empowering patients to actively participate in their healthcare journey. We are confident that MedSync will continue to transform the healthcare landscape, creating a brighter future for patients and providers alike.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416</Words>
  <Application>Microsoft Office PowerPoint</Application>
  <PresentationFormat>Custom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Libre Baskerville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Sameer</cp:lastModifiedBy>
  <cp:revision>2</cp:revision>
  <dcterms:created xsi:type="dcterms:W3CDTF">2024-12-12T05:19:46Z</dcterms:created>
  <dcterms:modified xsi:type="dcterms:W3CDTF">2024-12-12T05:25:14Z</dcterms:modified>
</cp:coreProperties>
</file>